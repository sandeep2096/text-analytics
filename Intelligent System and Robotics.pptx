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DD95-BDE8-4D82-9B0D-0CCBD86DC06F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87A73-0F0F-4C34-8CC4-0EF0F8E2F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69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87A73-0F0F-4C34-8CC4-0EF0F8E2F47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527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CE18157-C9D3-4AA4-843B-606F7C1E7FB0}" type="datetimeFigureOut">
              <a:rPr lang="en-IN" smtClean="0"/>
              <a:t>23-08-2022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3E1CA01-20F9-4C7E-8FE6-ECEE10BF9E39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Intelligent System and Robotics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 : </a:t>
            </a:r>
            <a:r>
              <a:rPr lang="en-IN" dirty="0" err="1"/>
              <a:t>Sandeep</a:t>
            </a:r>
            <a:r>
              <a:rPr lang="en-IN" dirty="0"/>
              <a:t> Kumar </a:t>
            </a:r>
            <a:r>
              <a:rPr lang="en-IN" dirty="0" err="1"/>
              <a:t>Ramamoorthy</a:t>
            </a:r>
            <a:endParaRPr lang="en-IN" dirty="0"/>
          </a:p>
          <a:p>
            <a:r>
              <a:rPr lang="en-IN" dirty="0"/>
              <a:t>Registration Number : 2101119</a:t>
            </a:r>
          </a:p>
          <a:p>
            <a:r>
              <a:rPr lang="en-IN" dirty="0"/>
              <a:t>Student Id : sr21990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design : 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 Proportional controller</a:t>
            </a:r>
          </a:p>
          <a:p>
            <a:r>
              <a:rPr lang="en-IN" dirty="0"/>
              <a:t> A controller that multiplies the tracking error by a constant </a:t>
            </a:r>
          </a:p>
          <a:p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= P * (</a:t>
            </a:r>
            <a:r>
              <a:rPr lang="en-IN" dirty="0" err="1"/>
              <a:t>rt</a:t>
            </a:r>
            <a:r>
              <a:rPr lang="en-IN" dirty="0"/>
              <a:t> -</a:t>
            </a:r>
            <a:r>
              <a:rPr lang="en-IN" dirty="0" err="1"/>
              <a:t>vt</a:t>
            </a:r>
            <a:r>
              <a:rPr lang="en-IN" dirty="0"/>
              <a:t> ) </a:t>
            </a:r>
          </a:p>
          <a:p>
            <a:r>
              <a:rPr lang="en-IN" dirty="0"/>
              <a:t>P affects </a:t>
            </a:r>
          </a:p>
          <a:p>
            <a:r>
              <a:rPr lang="en-IN" dirty="0"/>
              <a:t>Transient response</a:t>
            </a:r>
          </a:p>
          <a:p>
            <a:r>
              <a:rPr lang="en-IN" dirty="0"/>
              <a:t> Stability, oscillation </a:t>
            </a:r>
          </a:p>
          <a:p>
            <a:r>
              <a:rPr lang="en-IN" dirty="0"/>
              <a:t>Steady state tacking </a:t>
            </a:r>
          </a:p>
          <a:p>
            <a:r>
              <a:rPr lang="en-IN" dirty="0"/>
              <a:t>As large as possible </a:t>
            </a:r>
          </a:p>
          <a:p>
            <a:r>
              <a:rPr lang="en-IN" dirty="0"/>
              <a:t> Disturbance rejection </a:t>
            </a:r>
          </a:p>
          <a:p>
            <a:r>
              <a:rPr lang="en-IN" dirty="0"/>
              <a:t>As large as possible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design: 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Proportional and Derivative control </a:t>
            </a:r>
          </a:p>
          <a:p>
            <a:r>
              <a:rPr lang="en-IN" dirty="0"/>
              <a:t> </a:t>
            </a:r>
            <a:r>
              <a:rPr lang="en-IN" dirty="0" err="1"/>
              <a:t>ut</a:t>
            </a:r>
            <a:r>
              <a:rPr lang="en-IN" dirty="0"/>
              <a:t> = P * (</a:t>
            </a:r>
            <a:r>
              <a:rPr lang="en-IN" dirty="0" err="1"/>
              <a:t>rt</a:t>
            </a:r>
            <a:r>
              <a:rPr lang="en-IN" dirty="0"/>
              <a:t> -</a:t>
            </a:r>
            <a:r>
              <a:rPr lang="en-IN" dirty="0" err="1"/>
              <a:t>vt</a:t>
            </a:r>
            <a:r>
              <a:rPr lang="en-IN" dirty="0"/>
              <a:t> ) + D * ((</a:t>
            </a:r>
            <a:r>
              <a:rPr lang="en-IN" dirty="0" err="1"/>
              <a:t>rt</a:t>
            </a:r>
            <a:r>
              <a:rPr lang="en-IN" dirty="0"/>
              <a:t> -</a:t>
            </a:r>
            <a:r>
              <a:rPr lang="en-IN" dirty="0" err="1"/>
              <a:t>vt</a:t>
            </a:r>
            <a:r>
              <a:rPr lang="en-IN" dirty="0"/>
              <a:t> )-(rt-1 -vt-1 )) = P * et+ D * (et -et-1 ) </a:t>
            </a:r>
          </a:p>
          <a:p>
            <a:r>
              <a:rPr lang="en-IN" dirty="0"/>
              <a:t>Consider the size of error over time </a:t>
            </a:r>
          </a:p>
          <a:p>
            <a:r>
              <a:rPr lang="en-IN" dirty="0"/>
              <a:t> Intuitively </a:t>
            </a:r>
          </a:p>
          <a:p>
            <a:r>
              <a:rPr lang="en-IN" dirty="0"/>
              <a:t> Want to “push” more if the error is not reducing fast enough </a:t>
            </a:r>
          </a:p>
          <a:p>
            <a:r>
              <a:rPr lang="en-IN" dirty="0"/>
              <a:t>Want to “push” less if the error is reducing really fast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Need to keep track of error derivative 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 P can be set for best tracking and disturbance control 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Then D set to control oscillation/overshoot/rate of convergence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 </a:t>
            </a:r>
            <a:r>
              <a:rPr lang="en-IN" dirty="0" err="1"/>
              <a:t>Cotrol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Proportional plus integral control </a:t>
            </a:r>
          </a:p>
          <a:p>
            <a:r>
              <a:rPr lang="en-IN" dirty="0" err="1"/>
              <a:t>ut</a:t>
            </a:r>
            <a:r>
              <a:rPr lang="en-IN" dirty="0"/>
              <a:t>=P*</a:t>
            </a:r>
            <a:r>
              <a:rPr lang="en-IN" dirty="0" err="1"/>
              <a:t>et+I</a:t>
            </a:r>
            <a:r>
              <a:rPr lang="en-IN" dirty="0"/>
              <a:t>*(e0+e1+…+et ) </a:t>
            </a:r>
          </a:p>
          <a:p>
            <a:r>
              <a:rPr lang="en-IN" dirty="0"/>
              <a:t>Sum up error over time </a:t>
            </a:r>
          </a:p>
          <a:p>
            <a:r>
              <a:rPr lang="en-IN" dirty="0"/>
              <a:t> Ensure reaching desired output, eventually </a:t>
            </a:r>
          </a:p>
          <a:p>
            <a:r>
              <a:rPr lang="en-IN" dirty="0" err="1"/>
              <a:t>vss</a:t>
            </a:r>
            <a:r>
              <a:rPr lang="en-IN" dirty="0"/>
              <a:t> will not be reached until </a:t>
            </a:r>
            <a:r>
              <a:rPr lang="en-IN" dirty="0" err="1"/>
              <a:t>ess</a:t>
            </a:r>
            <a:r>
              <a:rPr lang="en-IN" dirty="0"/>
              <a:t>=0</a:t>
            </a:r>
          </a:p>
          <a:p>
            <a:r>
              <a:rPr lang="en-IN" dirty="0"/>
              <a:t> Use P to control disturbance </a:t>
            </a:r>
          </a:p>
          <a:p>
            <a:r>
              <a:rPr lang="en-IN" dirty="0"/>
              <a:t> Use I to ensure steady state convergence and convergence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Combine Proportional, integral, and derivative control </a:t>
            </a:r>
          </a:p>
          <a:p>
            <a:endParaRPr lang="en-IN" dirty="0"/>
          </a:p>
          <a:p>
            <a:r>
              <a:rPr lang="en-IN" dirty="0" err="1"/>
              <a:t>ut</a:t>
            </a:r>
            <a:r>
              <a:rPr lang="en-IN" dirty="0"/>
              <a:t>=P*</a:t>
            </a:r>
            <a:r>
              <a:rPr lang="en-IN" dirty="0" err="1"/>
              <a:t>et+I</a:t>
            </a:r>
            <a:r>
              <a:rPr lang="en-IN" dirty="0"/>
              <a:t>*(e0+e1+…+et )+D*(et -et-1 )</a:t>
            </a:r>
          </a:p>
          <a:p>
            <a:endParaRPr lang="en-IN" dirty="0"/>
          </a:p>
          <a:p>
            <a:r>
              <a:rPr lang="en-IN" dirty="0"/>
              <a:t>Analytically deriving P, I, D may not be possible</a:t>
            </a:r>
          </a:p>
          <a:p>
            <a:endParaRPr lang="en-IN" dirty="0"/>
          </a:p>
          <a:p>
            <a:r>
              <a:rPr lang="en-IN" dirty="0"/>
              <a:t> E.g. plant not is not available, or to costly to obtain.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Fuzzy Logic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 is a logical system, which is an extension of </a:t>
            </a:r>
            <a:r>
              <a:rPr lang="en-IN" dirty="0" err="1"/>
              <a:t>multivalued</a:t>
            </a:r>
            <a:r>
              <a:rPr lang="en-IN" dirty="0"/>
              <a:t> logic, where membership is a matter of a degree </a:t>
            </a:r>
          </a:p>
          <a:p>
            <a:r>
              <a:rPr lang="en-IN" dirty="0"/>
              <a:t>Fuzzy Logic is a convenient way to map an input space to an output space. Mapping input to output is the starting point for everything. </a:t>
            </a:r>
          </a:p>
          <a:p>
            <a:r>
              <a:rPr lang="en-IN" dirty="0"/>
              <a:t>Some ways to make the black box work: Fuzzy systems, linear systems, expert systems, neural networks, differential equations, etc.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Fuzzy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FL is conceptually easy to understand. </a:t>
            </a:r>
          </a:p>
          <a:p>
            <a:endParaRPr lang="en-IN" dirty="0"/>
          </a:p>
          <a:p>
            <a:r>
              <a:rPr lang="en-IN" dirty="0"/>
              <a:t>2. FL is flexible. </a:t>
            </a:r>
          </a:p>
          <a:p>
            <a:endParaRPr lang="en-IN" dirty="0"/>
          </a:p>
          <a:p>
            <a:r>
              <a:rPr lang="en-IN" dirty="0"/>
              <a:t>3. FL is tolerant of imprecise data. </a:t>
            </a:r>
          </a:p>
          <a:p>
            <a:endParaRPr lang="en-IN" dirty="0"/>
          </a:p>
          <a:p>
            <a:r>
              <a:rPr lang="en-IN" dirty="0"/>
              <a:t>4. FL can be built on top of the experience of experts. </a:t>
            </a:r>
          </a:p>
          <a:p>
            <a:endParaRPr lang="en-IN" dirty="0"/>
          </a:p>
          <a:p>
            <a:r>
              <a:rPr lang="en-IN" dirty="0"/>
              <a:t>5. FL is based on natural language, hence easy to use.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Right edge following rule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FF5FA78-B11A-E92C-C7FB-83B57BA3C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846214"/>
              </p:ext>
            </p:extLst>
          </p:nvPr>
        </p:nvGraphicFramePr>
        <p:xfrm>
          <a:off x="1524000" y="2064216"/>
          <a:ext cx="6096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6841508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377238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912638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9794035"/>
                    </a:ext>
                  </a:extLst>
                </a:gridCol>
              </a:tblGrid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Right -front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Right-back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speed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steering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154419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913254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68874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776988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757736"/>
                  </a:ext>
                </a:extLst>
              </a:tr>
              <a:tr h="677968"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zero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623527"/>
                  </a:ext>
                </a:extLst>
              </a:tr>
              <a:tr h="666104"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</a:p>
                    <a:p>
                      <a:r>
                        <a:rPr lang="en-GB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189450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55703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686347"/>
                  </a:ext>
                </a:extLst>
              </a:tr>
              <a:tr h="380631"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1818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5503-F258-4428-7D1C-9887CB0E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obstacle avoidance rule set</a:t>
            </a:r>
            <a:endParaRPr lang="en-GB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38F5881-34AA-93E9-11F2-E897916C2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199141"/>
              </p:ext>
            </p:extLst>
          </p:nvPr>
        </p:nvGraphicFramePr>
        <p:xfrm>
          <a:off x="457200" y="1340768"/>
          <a:ext cx="8229600" cy="5304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626361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390162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6432062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67448208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605993107"/>
                    </a:ext>
                  </a:extLst>
                </a:gridCol>
              </a:tblGrid>
              <a:tr h="549632">
                <a:tc>
                  <a:txBody>
                    <a:bodyPr/>
                    <a:lstStyle/>
                    <a:p>
                      <a:r>
                        <a:rPr lang="en-US" dirty="0"/>
                        <a:t> Front-sensor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Left-sensor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Right-sensor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steering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speed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668457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735887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88062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65609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77560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05458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471927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957459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922165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317326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469862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58990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012521"/>
                  </a:ext>
                </a:extLst>
              </a:tr>
              <a:tr h="334378"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8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23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1CC3-753D-8971-2F8E-08755E57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92664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obstacle avoidance</a:t>
            </a:r>
            <a:endParaRPr lang="en-GB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537F6A9-E46C-67C6-67E3-58BCF4E8E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575899"/>
              </p:ext>
            </p:extLst>
          </p:nvPr>
        </p:nvGraphicFramePr>
        <p:xfrm>
          <a:off x="457200" y="1268761"/>
          <a:ext cx="82296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6048459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3470765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7865022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470625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510370082"/>
                    </a:ext>
                  </a:extLst>
                </a:gridCol>
              </a:tblGrid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Front-sensor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Left-sensor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Right-sensor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Steering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Speed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567412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85417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right   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5348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56405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46975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780925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zero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456415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898667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533170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823347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zero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406483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79916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near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slow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739990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medium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left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medium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981916"/>
                  </a:ext>
                </a:extLst>
              </a:tr>
              <a:tr h="345638"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far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zero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fast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07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98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289</TotalTime>
  <Words>813</Words>
  <Application>Microsoft Office PowerPoint</Application>
  <PresentationFormat>On-screen Show (4:3)</PresentationFormat>
  <Paragraphs>256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Constantia</vt:lpstr>
      <vt:lpstr>Wingdings 2</vt:lpstr>
      <vt:lpstr>Flow</vt:lpstr>
      <vt:lpstr>Intelligent System and Robotics</vt:lpstr>
      <vt:lpstr>Controller design : P</vt:lpstr>
      <vt:lpstr>Controller design: PD</vt:lpstr>
      <vt:lpstr>PD Controller</vt:lpstr>
      <vt:lpstr>PI Cotrol</vt:lpstr>
      <vt:lpstr>PID Controller</vt:lpstr>
      <vt:lpstr>Fuzzy Logic Controller</vt:lpstr>
      <vt:lpstr>Fuzzy Logic</vt:lpstr>
      <vt:lpstr>    Right edge following rule set</vt:lpstr>
      <vt:lpstr>         obstacle avoidance rule set</vt:lpstr>
      <vt:lpstr>            obstacle avoidance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System and Robotics</dc:title>
  <dc:creator>sandeep</dc:creator>
  <cp:lastModifiedBy>sandeep kumar</cp:lastModifiedBy>
  <cp:revision>10</cp:revision>
  <dcterms:created xsi:type="dcterms:W3CDTF">2022-01-13T10:51:43Z</dcterms:created>
  <dcterms:modified xsi:type="dcterms:W3CDTF">2022-08-23T21:03:39Z</dcterms:modified>
</cp:coreProperties>
</file>